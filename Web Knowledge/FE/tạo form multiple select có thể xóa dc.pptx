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3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3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8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8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9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8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3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7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2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FED0E-1EA2-4B9C-85DD-5E6600DE4B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84563-3E6C-4AB0-9603-8CA63FD4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718" y="460745"/>
            <a:ext cx="8566210" cy="605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6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07766" y="24326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72" y="-224287"/>
            <a:ext cx="6537187" cy="66250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82" y="956287"/>
            <a:ext cx="48958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84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521" y="172528"/>
            <a:ext cx="6644226" cy="671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62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2025-03-10T06:57:49Z</dcterms:created>
  <dcterms:modified xsi:type="dcterms:W3CDTF">2025-03-10T07:03:55Z</dcterms:modified>
</cp:coreProperties>
</file>